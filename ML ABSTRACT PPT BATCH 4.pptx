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655" autoAdjust="0"/>
    <p:restoredTop sz="94660"/>
  </p:normalViewPr>
  <p:slideViewPr>
    <p:cSldViewPr>
      <p:cViewPr varScale="1">
        <p:scale>
          <a:sx n="57" d="100"/>
          <a:sy n="57" d="100"/>
        </p:scale>
        <p:origin x="75" y="3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651F6-CA68-4EEA-BF9A-E8AA3A112963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98918C-5140-452E-9383-96CD679E8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499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98918C-5140-452E-9383-96CD679E8A8B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344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32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75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07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7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26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22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71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41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03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19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00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55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6800" y="1733550"/>
            <a:ext cx="438404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6975" y="3991345"/>
            <a:ext cx="227647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</a:t>
            </a:r>
            <a:r>
              <a:rPr sz="1300" spc="-1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r>
              <a:rPr sz="1300" spc="-1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sz="1300" spc="-1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Lakshmi</a:t>
            </a:r>
            <a:r>
              <a:rPr sz="1300" spc="-1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Haritha</a:t>
            </a:r>
            <a:endParaRPr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38800" y="1548884"/>
            <a:ext cx="31242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Details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2520090142 – </a:t>
            </a:r>
            <a:r>
              <a:rPr lang="en-US" sz="2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Surendra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2520080041 – </a:t>
            </a:r>
            <a:r>
              <a:rPr lang="en-US" sz="2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Satwick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2520090091 - </a:t>
            </a:r>
            <a:r>
              <a:rPr lang="en-US" sz="2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Rohit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and Team Members</a:t>
            </a:r>
          </a:p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004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97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/ Input Details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438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Working Demo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System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38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92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compares Logistic Regression and Decision Trees for water potability classification using physicochemical parameters. Decision Trees achieve superior accuracy by capturing nonlinear patterns, offering a reliable water safety solution.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340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water quality assessment relies on slow, expensive laboratory testing, causing delayed contamination detection and serious waterborne health hazards. This creates an urgent necessity for automated, rapid machine learning classification.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64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Protecting public health from waterborne diseases drives this project. Deploying machine learning empowers treatment facilities with rapid, automated potability predictions, transforming complex physicochemical data into proactive safeguards for drinking water.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016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compare Logistic Regression and Decision Trees using physicochemical parameters. Evaluate classification performance through accuracy, precision, and recall. Develop an automated, reliable machine learning framework for drinking water safety.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146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literature highlights limitations of manual laboratory water testing. Recent studies demonstrate machine learning effectiveness, where linear models offer interpretability while decision trees better capture complex, nonlinear environmental feature interactions.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348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methods often rely on slow testing or fail to model complex, nonlinear physicochemical interactions, lacking comparative evaluations between interpretable baselines and decision trees for continuous water potability classification systems.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137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methodology preprocesses physicochemical parameters, trains and validates Logistic Regression and Decision Tree algorithms, and evaluates their predictive accuracy, precision, and recall to classify drinking water potability with reliability.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496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architecture consists of data ingestion for physicochemical parameters, a preprocessing pipeline, model training using Logistic Regression and Decision Trees, performance evaluation modules, and an automated potability classification output.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036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590550"/>
            <a:ext cx="7202456" cy="786926"/>
          </a:xfrm>
        </p:spPr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utilizes Python with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and VS Code, leveraging core libraries including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-Learn,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implement, train, and evaluate Logistic Regression and Decision Trees.</a:t>
            </a:r>
          </a:p>
        </p:txBody>
      </p:sp>
    </p:spTree>
    <p:extLst>
      <p:ext uri="{BB962C8B-B14F-4D97-AF65-F5344CB8AC3E}">
        <p14:creationId xmlns:p14="http://schemas.microsoft.com/office/powerpoint/2010/main" val="1800894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/ input details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dataset comprises environmental water records featuring key physicochemical parameters, including pH levels, turbidity, hardness, solids, and chemical contaminants, used to predict a binary target determining drinking water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potability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506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976" y="1511300"/>
            <a:ext cx="4184586" cy="2589213"/>
          </a:xfrm>
        </p:spPr>
      </p:pic>
    </p:spTree>
    <p:extLst>
      <p:ext uri="{BB962C8B-B14F-4D97-AF65-F5344CB8AC3E}">
        <p14:creationId xmlns:p14="http://schemas.microsoft.com/office/powerpoint/2010/main" val="1518190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ea typeface="Ebrima" panose="02000000000000000000" pitchFamily="2" charset="0"/>
                <a:cs typeface="Times New Roman" panose="02020603050405020304" pitchFamily="18" charset="0"/>
              </a:rPr>
              <a:t>Experimental setup</a:t>
            </a:r>
            <a:endParaRPr lang="en-IN" b="1" i="1" dirty="0">
              <a:latin typeface="Times New Roman" panose="02020603050405020304" pitchFamily="18" charset="0"/>
              <a:ea typeface="Ebrima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were conducted in Python using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Notebook. Preprocessed water data was partitioned for training and testing, benchmarking Logistic Regression against Decision Trees using accuracy, precision, recall, and F1 scores.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95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976" y="1511300"/>
            <a:ext cx="4184586" cy="2589213"/>
          </a:xfrm>
        </p:spPr>
      </p:pic>
    </p:spTree>
    <p:extLst>
      <p:ext uri="{BB962C8B-B14F-4D97-AF65-F5344CB8AC3E}">
        <p14:creationId xmlns:p14="http://schemas.microsoft.com/office/powerpoint/2010/main" val="911301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were evaluated using accuracy, precision, recall, and F1 scores. While Logistic Regression provided computational efficiency, the Decision Tree achieved superior overall classification performance by successfully capturing nonlinear feature interactions.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583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 / Working demo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976" y="1511300"/>
            <a:ext cx="4184586" cy="2589213"/>
          </a:xfrm>
        </p:spPr>
      </p:pic>
    </p:spTree>
    <p:extLst>
      <p:ext uri="{BB962C8B-B14F-4D97-AF65-F5344CB8AC3E}">
        <p14:creationId xmlns:p14="http://schemas.microsoft.com/office/powerpoint/2010/main" val="3175408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System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Unlike existing manual laboratory methods that are slow, expensive, and delayed, the proposed machine learning system provides rapid, automated, and scalable potability classification, enabling swift contamination detection for public safety.</a:t>
            </a:r>
            <a:endParaRPr lang="en-IN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091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solutions</a:t>
            </a:r>
            <a:endParaRPr lang="en-IN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r>
              <a:rPr lang="en-IN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Water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exhibit complex, nonlinear interactions that limit linear classifiers. 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Deploying Decision Tree algorithms captures hierarchical threshold rules and intricate patterns, ensuring accurate, reliable drinking water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potability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417752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involves integrating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 for continuous water monitoring, exploring advanced ensemble models like Random Forests, and expanding the dataset to include diverse geographic sources and microbiological contamination indicators.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606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demonstrates that Decision Trees outperform Logistic Regression in drinking water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potability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classification, establishing a scalable, automated framework to empower treatment facilities, detect contamination swiftly, and safeguard public health.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767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World Health Organization, Guidelines for Drinking Water Quality, Geneva, 2017. </a:t>
            </a:r>
            <a:r>
              <a:rPr lang="en-IN" sz="25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Pedregosa</a:t>
            </a:r>
            <a:r>
              <a:rPr lang="en-IN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et al., Machine Learning in Python, JMLR, 2011. </a:t>
            </a:r>
            <a:r>
              <a:rPr lang="en-IN" sz="25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Breiman</a:t>
            </a:r>
            <a:r>
              <a:rPr lang="en-IN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et al., Classification and Regression Trees, CRC Press, Florida, 1984.</a:t>
            </a:r>
          </a:p>
        </p:txBody>
      </p:sp>
    </p:spTree>
    <p:extLst>
      <p:ext uri="{BB962C8B-B14F-4D97-AF65-F5344CB8AC3E}">
        <p14:creationId xmlns:p14="http://schemas.microsoft.com/office/powerpoint/2010/main" val="373023288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250</TotalTime>
  <Words>702</Words>
  <Application>Microsoft Office PowerPoint</Application>
  <PresentationFormat>On-screen Show (16:9)</PresentationFormat>
  <Paragraphs>71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Ebrima</vt:lpstr>
      <vt:lpstr>Gill Sans MT</vt:lpstr>
      <vt:lpstr>Tahoma</vt:lpstr>
      <vt:lpstr>Times New Roman</vt:lpstr>
      <vt:lpstr>Gallery</vt:lpstr>
      <vt:lpstr>WATER QUALITY CLASSIFICATION USING LOGISTIC REGRESSION AND DECISION TREES</vt:lpstr>
      <vt:lpstr>Contents</vt:lpstr>
      <vt:lpstr>PowerPoint Presentation</vt:lpstr>
      <vt:lpstr>PowerPoint Presentation</vt:lpstr>
      <vt:lpstr>PowerPoint Presentation</vt:lpstr>
      <vt:lpstr>PowerPoint Presentation</vt:lpstr>
      <vt:lpstr>Abstract</vt:lpstr>
      <vt:lpstr>Problem Statement</vt:lpstr>
      <vt:lpstr>Motivation</vt:lpstr>
      <vt:lpstr>Objectives</vt:lpstr>
      <vt:lpstr>Literature Survey</vt:lpstr>
      <vt:lpstr>Research gap</vt:lpstr>
      <vt:lpstr>Proposed Methodology</vt:lpstr>
      <vt:lpstr>System Architecture</vt:lpstr>
      <vt:lpstr>Technologies used</vt:lpstr>
      <vt:lpstr>Dataset / input details</vt:lpstr>
      <vt:lpstr>Implementation</vt:lpstr>
      <vt:lpstr>Experimental setup</vt:lpstr>
      <vt:lpstr>Results</vt:lpstr>
      <vt:lpstr>Performance Evaluation</vt:lpstr>
      <vt:lpstr>Screenshots / Working demo</vt:lpstr>
      <vt:lpstr>Comparison with Existing System</vt:lpstr>
      <vt:lpstr>Challenges and solutions</vt:lpstr>
      <vt:lpstr>Future work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PPT ABSTRACT REVIEW</dc:title>
  <cp:lastModifiedBy>Sairohit</cp:lastModifiedBy>
  <cp:revision>14</cp:revision>
  <dcterms:created xsi:type="dcterms:W3CDTF">2026-09-12T04:50:29Z</dcterms:created>
  <dcterms:modified xsi:type="dcterms:W3CDTF">2026-09-23T06:58:10Z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2026-09-12T00:00:00Z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2026-09-12T00:00:00Z</vt:filetime>
  </property>
</Properties>
</file>